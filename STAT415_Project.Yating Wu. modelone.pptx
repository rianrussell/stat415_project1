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3978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Predicting Rat Decision Latency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3108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Multiple Linear Regression Approach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3657600"/>
            <a:ext cx="457200" cy="36576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415  •  G</a:t>
            </a:r>
            <a:r>
              <a:rPr lang="en-US" altLang="zh-CN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roup </a:t>
            </a: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4206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Yating, Rain and Kevin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0" y="548640"/>
            <a:ext cx="6217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PROFILE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9144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 perceptual decision-making task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0" y="1737360"/>
            <a:ext cx="2743200" cy="109728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2356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1,873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62356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observations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95360" y="1737360"/>
            <a:ext cx="2743200" cy="109728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32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8732520" y="24231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0" y="3017520"/>
            <a:ext cx="2743200" cy="109728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23560" y="3108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623560" y="3703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95360" y="3017520"/>
            <a:ext cx="2743200" cy="1097280"/>
          </a:xfrm>
          <a:prstGeom prst="rect">
            <a:avLst/>
          </a:prstGeom>
          <a:solidFill>
            <a:srgbClr val="21295C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732520" y="31089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8732520" y="3703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0" y="4480560"/>
            <a:ext cx="6217920" cy="182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0" y="46177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493776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we predict a rat's decision latency from its movement velocity and time-to-peak velocity during a trial?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modelone: Building &amp; Diagnosing the Regression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latency  ~  velocity  +  time2peak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760720" cy="52120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CODE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54864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data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rats &lt;- read.csv("STAT615_Project1_CLEAN.csv")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Fit the model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modelone &lt;- lm(latency ~ velocity + time2peak,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data = rats)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Residuals &amp; fitted values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resid_vals  &lt;- residuals(modelone)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fitted_vals &lt;- fitted(modelone)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95% CI for predictors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confint(modelone, level = 0.95)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Multicollinearity check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library(car)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vif(modelone)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Significance &amp; Adjusted R^2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summary(modelone)</a:t>
            </a:r>
            <a:endParaRPr lang="en-US" sz="1300" dirty="0"/>
          </a:p>
        </p:txBody>
      </p:sp>
      <p:pic>
        <p:nvPicPr>
          <p:cNvPr id="7" name="Image 0" descr="/home/claude/proj/plot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25880"/>
            <a:ext cx="5303520" cy="3383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92240" y="4846320"/>
            <a:ext cx="5303520" cy="169164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75120" y="4937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CHECK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675120" y="5212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VIF (velocity)  =  1.02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75120" y="5532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VIF (time2peak) =  1.02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675120" y="589788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VIF values are well below 5 — predictors are essentially independent, no multicollinearity concern.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Results: A Significant but Modest Predictor of Latency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3721608" cy="1508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0.204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R²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20.4% of variance explained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61688" y="960120"/>
            <a:ext cx="3721608" cy="1508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44568" y="10515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240.5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44568" y="18745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F-statistic (2, 1870)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44568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2.2 × 10⁻¹⁶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66176" y="960120"/>
            <a:ext cx="3721608" cy="1508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49056" y="105156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0.001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449056" y="187452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p-values for predictors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49056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highly significant</a:t>
            </a:r>
            <a:endParaRPr lang="en-US" sz="1100" dirty="0"/>
          </a:p>
        </p:txBody>
      </p:sp>
      <p:pic>
        <p:nvPicPr>
          <p:cNvPr id="15" name="Image 0" descr="/home/claude/proj/plot_c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97480"/>
            <a:ext cx="5943600" cy="310896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583680" y="2697480"/>
            <a:ext cx="5166360" cy="3108960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766560" y="2788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66560" y="3108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040880" y="31089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 →  −0.0043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040880" y="340156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rats have shorter latencies. Each unit increase in max velocity reduces latency by ~4 ms.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66560" y="39776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040880" y="397764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Time2peak  →  +0.333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040880" y="427024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time to reach peak velocity is associated with longer latency.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766560" y="48463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040880" y="48463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CIs exclude 0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040880" y="513892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effects are statistically reliable, not due to sampling chance.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5989320"/>
            <a:ext cx="11292840" cy="59436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40080" y="60533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783080" y="598932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modelone is highly significant overall, but Adj R² = 0.20 means kinematics alone leave ~80% of latency variance unexplained — cognitive factors matter too.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325</Words>
  <Application>Microsoft Office PowerPoint</Application>
  <PresentationFormat>Widescreen</PresentationFormat>
  <Paragraphs>69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STAT615 Project 1 - Regression Model</dc:title>
  <dc:subject>PptxGenJS Presentation</dc:subject>
  <dc:creator>PptxGenJS</dc:creator>
  <cp:lastModifiedBy>Max Mcqueen</cp:lastModifiedBy>
  <cp:revision>3</cp:revision>
  <dcterms:created xsi:type="dcterms:W3CDTF">2026-05-04T22:41:32Z</dcterms:created>
  <dcterms:modified xsi:type="dcterms:W3CDTF">2026-05-04T23:09:33Z</dcterms:modified>
</cp:coreProperties>
</file>